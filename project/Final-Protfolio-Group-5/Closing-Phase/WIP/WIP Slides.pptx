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Quantico" panose="020B0604020202020204" charset="0"/>
      <p:regular r:id="rId18"/>
      <p:bold r:id="rId19"/>
      <p:italic r:id="rId20"/>
      <p:boldItalic r:id="rId21"/>
    </p:embeddedFont>
    <p:embeddedFont>
      <p:font typeface="Roboto" panose="020B0604020202020204" charset="0"/>
      <p:regular r:id="rId22"/>
      <p:bold r:id="rId23"/>
      <p:italic r:id="rId24"/>
      <p:boldItalic r:id="rId25"/>
    </p:embeddedFont>
    <p:embeddedFont>
      <p:font typeface="Roboto Light" panose="020B0604020202020204" charset="0"/>
      <p:regular r:id="rId26"/>
      <p:bold r:id="rId27"/>
      <p:italic r:id="rId28"/>
      <p:boldItalic r:id="rId29"/>
    </p:embeddedFont>
    <p:embeddedFont>
      <p:font typeface="Lato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2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in Mhrz" userId="f864e1858401be7b" providerId="LiveId" clId="{A15E2D40-C980-48FF-81D6-D77FD50E8BB6}"/>
    <pc:docChg chg="modSld sldOrd">
      <pc:chgData name="Sachin Mhrz" userId="f864e1858401be7b" providerId="LiveId" clId="{A15E2D40-C980-48FF-81D6-D77FD50E8BB6}" dt="2026-04-10T17:20:27.745" v="3"/>
      <pc:docMkLst>
        <pc:docMk/>
      </pc:docMkLst>
      <pc:sldChg chg="modSp mod">
        <pc:chgData name="Sachin Mhrz" userId="f864e1858401be7b" providerId="LiveId" clId="{A15E2D40-C980-48FF-81D6-D77FD50E8BB6}" dt="2026-04-10T17:20:17.456" v="1" actId="1036"/>
        <pc:sldMkLst>
          <pc:docMk/>
          <pc:sldMk cId="0" sldId="264"/>
        </pc:sldMkLst>
        <pc:picChg chg="mod">
          <ac:chgData name="Sachin Mhrz" userId="f864e1858401be7b" providerId="LiveId" clId="{A15E2D40-C980-48FF-81D6-D77FD50E8BB6}" dt="2026-04-10T17:20:17.456" v="1" actId="1036"/>
          <ac:picMkLst>
            <pc:docMk/>
            <pc:sldMk cId="0" sldId="264"/>
            <ac:picMk id="563" creationId="{00000000-0000-0000-0000-000000000000}"/>
          </ac:picMkLst>
        </pc:picChg>
      </pc:sldChg>
      <pc:sldChg chg="ord modNotes">
        <pc:chgData name="Sachin Mhrz" userId="f864e1858401be7b" providerId="LiveId" clId="{A15E2D40-C980-48FF-81D6-D77FD50E8BB6}" dt="2026-04-10T17:20:27.745" v="3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e3497aca0_0_10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de3497aca0_0_10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e3497aca0_0_10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e3497aca0_0_10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e3497aca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e3497aca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e3497aca0_0_1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e3497aca0_0_1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e3497aca0_0_1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de3497aca0_0_1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e3497aca0_0_1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e3497aca0_0_1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e3497aca0_0_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e3497aca0_0_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e3497aca0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de3497aca0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e3497aca0_1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de3497aca0_1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e3497aca0_1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de3497aca0_1_9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e3497aca0_1_1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de3497aca0_1_1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e3497aca0_1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e3497aca0_1_1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e3497aca0_1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de3497aca0_1_1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e3497aca0_1_1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e3497aca0_1_1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e3497aca0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de3497aca0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BLANK_16_1_1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BLANK_1_1_1_1_1_1_1_1_1_1_1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2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3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4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5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6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7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1_1_1_1_1_1">
    <p:bg>
      <p:bgPr>
        <a:solidFill>
          <a:schemeClr val="accen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 idx="2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3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4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5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6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7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8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 idx="9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 idx="13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1_1_1_1_1_1_1_1_1_1">
    <p:bg>
      <p:bgPr>
        <a:solidFill>
          <a:schemeClr val="dk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>
            <a:spLocks noGrp="1"/>
          </p:cNvSpPr>
          <p:nvPr>
            <p:ph type="pic" idx="2"/>
          </p:nvPr>
        </p:nvSpPr>
        <p:spPr>
          <a:xfrm>
            <a:off x="180150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3"/>
          </p:nvPr>
        </p:nvSpPr>
        <p:spPr>
          <a:xfrm>
            <a:off x="180150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4" name="Google Shape;44;p5"/>
          <p:cNvSpPr>
            <a:spLocks noGrp="1"/>
          </p:cNvSpPr>
          <p:nvPr>
            <p:ph type="pic" idx="4"/>
          </p:nvPr>
        </p:nvSpPr>
        <p:spPr>
          <a:xfrm>
            <a:off x="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5" name="Google Shape;45;p5"/>
          <p:cNvSpPr>
            <a:spLocks noGrp="1"/>
          </p:cNvSpPr>
          <p:nvPr>
            <p:ph type="pic" idx="5"/>
          </p:nvPr>
        </p:nvSpPr>
        <p:spPr>
          <a:xfrm>
            <a:off x="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6" name="Google Shape;46;p5"/>
          <p:cNvSpPr>
            <a:spLocks noGrp="1"/>
          </p:cNvSpPr>
          <p:nvPr>
            <p:ph type="pic" idx="6"/>
          </p:nvPr>
        </p:nvSpPr>
        <p:spPr>
          <a:xfrm>
            <a:off x="3603000" y="14977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47" name="Google Shape;47;p5"/>
          <p:cNvSpPr>
            <a:spLocks noGrp="1"/>
          </p:cNvSpPr>
          <p:nvPr>
            <p:ph type="pic" idx="7"/>
          </p:nvPr>
        </p:nvSpPr>
        <p:spPr>
          <a:xfrm>
            <a:off x="3603000" y="3320250"/>
            <a:ext cx="1801500" cy="18225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3">
  <p:cSld name="BLANK_1_1_1_1_1_1_1_1_1_1_1_1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 idx="2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ubTitle" idx="1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title" idx="3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ubTitle" idx="4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6"/>
          <p:cNvSpPr>
            <a:spLocks noGrp="1"/>
          </p:cNvSpPr>
          <p:nvPr>
            <p:ph type="pic" idx="5"/>
          </p:nvPr>
        </p:nvSpPr>
        <p:spPr>
          <a:xfrm>
            <a:off x="0" y="1502400"/>
            <a:ext cx="5404500" cy="3639600"/>
          </a:xfrm>
          <a:prstGeom prst="snip1Rect">
            <a:avLst>
              <a:gd name="adj" fmla="val 16026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>
            <a:spLocks noGrp="1"/>
          </p:cNvSpPr>
          <p:nvPr>
            <p:ph type="subTitle" idx="6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subTitle" idx="7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5 ">
  <p:cSld name="BLANK_1_1_1_1_1_1_1">
    <p:bg>
      <p:bgPr>
        <a:solidFill>
          <a:schemeClr val="accent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ubTitle" idx="1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6">
  <p:cSld name="BLANK_1_1_1_1_1_1_2">
    <p:bg>
      <p:bgPr>
        <a:solidFill>
          <a:schemeClr val="accent2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subTitle" idx="1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title" idx="2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5200" b="1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7 ">
  <p:cSld name="CUSTOM_11"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avLst/>
            <a:gdLst/>
            <a:ahLst/>
            <a:cxnLst/>
            <a:rect l="l" t="t" r="r" b="b"/>
            <a:pathLst>
              <a:path w="118567" h="15545" extrusionOk="0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avLst/>
            <a:gdLst/>
            <a:ahLst/>
            <a:cxnLst/>
            <a:rect l="l" t="t" r="r" b="b"/>
            <a:pathLst>
              <a:path w="118872" h="28347" extrusionOk="0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title" idx="2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8 ">
  <p:cSld name="CUSTOM_12">
    <p:bg>
      <p:bgPr>
        <a:solidFill>
          <a:schemeClr val="accent5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name="adj" fmla="val 139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title" idx="2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avLst/>
            <a:gdLst/>
            <a:ahLst/>
            <a:cxnLst/>
            <a:rect l="l" t="t" r="r" b="b"/>
            <a:pathLst>
              <a:path w="118872" h="28347" extrusionOk="0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avLst/>
            <a:gdLst/>
            <a:ahLst/>
            <a:cxnLst/>
            <a:rect l="l" t="t" r="r" b="b"/>
            <a:pathLst>
              <a:path w="118567" h="15545" extrusionOk="0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BLANK_1_1_1_1_1_1_1_1_1_1_1_1_1_1_1_1_1">
    <p:bg>
      <p:bgPr>
        <a:solidFill>
          <a:schemeClr val="accent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>
            <a:spLocks noGrp="1"/>
          </p:cNvSpPr>
          <p:nvPr>
            <p:ph type="pic" idx="2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>
            <a:spLocks noGrp="1"/>
          </p:cNvSpPr>
          <p:nvPr>
            <p:ph type="pic" idx="3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95" name="Google Shape;95;p11"/>
          <p:cNvSpPr>
            <a:spLocks noGrp="1"/>
          </p:cNvSpPr>
          <p:nvPr>
            <p:ph type="pic" idx="4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>
            <a:spLocks noGrp="1"/>
          </p:cNvSpPr>
          <p:nvPr>
            <p:ph type="title" idx="5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 idx="6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title" idx="7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body" idx="8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9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4">
  <p:cSld name="CUSTOM_15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l="789" r="12433"/>
          <a:stretch/>
        </p:blipFill>
        <p:spPr>
          <a:xfrm>
            <a:off x="0" y="-125"/>
            <a:ext cx="6696900" cy="51435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>
            <a:spLocks noGrp="1"/>
          </p:cNvSpPr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title" idx="2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title" idx="3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 idx="4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title" idx="5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title" idx="6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title" idx="7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 b="1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9 ">
  <p:cSld name="BLANK_1_1_1_1_1_1_1_1_1_1_1_1_1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name="adj" fmla="val 2740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name="adj" fmla="val 2378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name="adj" fmla="val 2219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2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3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4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>
            <a:spLocks noGrp="1"/>
          </p:cNvSpPr>
          <p:nvPr>
            <p:ph type="pic" idx="5"/>
          </p:nvPr>
        </p:nvSpPr>
        <p:spPr>
          <a:xfrm>
            <a:off x="75" y="2673275"/>
            <a:ext cx="3400800" cy="2471400"/>
          </a:xfrm>
          <a:prstGeom prst="snip1Rect">
            <a:avLst>
              <a:gd name="adj" fmla="val 21231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>
            <a:spLocks noGrp="1"/>
          </p:cNvSpPr>
          <p:nvPr>
            <p:ph type="subTitle" idx="6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7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8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9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0">
  <p:cSld name="BLANK_1_1_1_1_1_1_1_1_1_1_1_1_1_1_1_1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27" name="Google Shape;127;p14"/>
          <p:cNvSpPr>
            <a:spLocks noGrp="1"/>
          </p:cNvSpPr>
          <p:nvPr>
            <p:ph type="pic" idx="2"/>
          </p:nvPr>
        </p:nvSpPr>
        <p:spPr>
          <a:xfrm>
            <a:off x="75" y="2673275"/>
            <a:ext cx="3014400" cy="2471400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128" name="Google Shape;128;p14"/>
          <p:cNvSpPr>
            <a:spLocks noGrp="1"/>
          </p:cNvSpPr>
          <p:nvPr>
            <p:ph type="pic" idx="3"/>
          </p:nvPr>
        </p:nvSpPr>
        <p:spPr>
          <a:xfrm>
            <a:off x="5341625" y="-3800"/>
            <a:ext cx="3802500" cy="1899300"/>
          </a:xfrm>
          <a:prstGeom prst="snip1Rect">
            <a:avLst>
              <a:gd name="adj" fmla="val 17337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4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5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ubTitle" idx="6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2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subTitle" idx="3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4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5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6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7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8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ubTitle" idx="9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subTitle" idx="13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14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ubTitle" idx="15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16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17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18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9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20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21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ubTitle" idx="22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2">
  <p:cSld name="CUSTOM_14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title" idx="2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title" idx="3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title" idx="4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title" idx="5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title" idx="6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title" idx="7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title" idx="8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 idx="9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title" idx="13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 idx="14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3">
  <p:cSld name="BLANK_1_1_1_1_1_1_1_1_1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name="adj" fmla="val 12424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name="adj" fmla="val 115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>
            <a:spLocks noGrp="1"/>
          </p:cNvSpPr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name="adj" fmla="val 15953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title" idx="2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title" idx="3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title" idx="4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title" idx="5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title" idx="6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title" idx="7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title" idx="8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title" idx="9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sz="12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13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title" idx="13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 idx="14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15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title" idx="16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title" idx="17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4">
  <p:cSld name="CUSTOM_5_1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name="adj" fmla="val 1150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name="adj" fmla="val 115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1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 idx="2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3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 idx="4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subTitle" idx="5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title" idx="6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subTitle" idx="7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title" idx="8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subTitle" idx="9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title" idx="13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sz="1400" b="1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7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14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ubTitle" idx="15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subTitle" idx="16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17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18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19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20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21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22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23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1">
  <p:cSld name="CUSTOM_5_1_1_1_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>
            <a:spLocks noGrp="1"/>
          </p:cNvSpPr>
          <p:nvPr>
            <p:ph type="pic" idx="2"/>
          </p:nvPr>
        </p:nvSpPr>
        <p:spPr>
          <a:xfrm>
            <a:off x="-1600" y="1969350"/>
            <a:ext cx="9144000" cy="3174600"/>
          </a:xfrm>
          <a:prstGeom prst="snip1Rect">
            <a:avLst>
              <a:gd name="adj" fmla="val 19548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body" idx="1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title" idx="3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body" idx="4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title" idx="5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body" idx="6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title" idx="7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sz="13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4" name="Google Shape;224;p19"/>
          <p:cNvSpPr txBox="1">
            <a:spLocks noGrp="1"/>
          </p:cNvSpPr>
          <p:nvPr>
            <p:ph type="body" idx="8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subTitle" idx="9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ubTitle" idx="13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ubTitle" idx="14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ubTitle" idx="15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spcFirstLastPara="1" wrap="square" lIns="274300" tIns="91425" rIns="91425" bIns="91425" anchor="t" anchorCtr="0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9" name="Google Shape;229;p19"/>
          <p:cNvSpPr txBox="1">
            <a:spLocks noGrp="1"/>
          </p:cNvSpPr>
          <p:nvPr>
            <p:ph type="title" idx="16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subTitle" idx="17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4">
  <p:cSld name="CUSTOM_5_1_1_1_1"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title" idx="2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body" idx="3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title" idx="4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body" idx="5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title" idx="6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body" idx="7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title" idx="8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body" idx="9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title" idx="13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body" idx="14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CUSTOM_3">
    <p:bg>
      <p:bgPr>
        <a:solidFill>
          <a:schemeClr val="accent4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>
            <a:spLocks noGrp="1"/>
          </p:cNvSpPr>
          <p:nvPr>
            <p:ph type="subTitle" idx="1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21"/>
          <p:cNvSpPr txBox="1">
            <a:spLocks noGrp="1"/>
          </p:cNvSpPr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49" name="Google Shape;249;p21"/>
          <p:cNvSpPr txBox="1">
            <a:spLocks noGrp="1"/>
          </p:cNvSpPr>
          <p:nvPr>
            <p:ph type="title" idx="2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title" idx="3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1" name="Google Shape;251;p21"/>
          <p:cNvSpPr txBox="1">
            <a:spLocks noGrp="1"/>
          </p:cNvSpPr>
          <p:nvPr>
            <p:ph type="title" idx="4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2" name="Google Shape;252;p21"/>
          <p:cNvSpPr txBox="1">
            <a:spLocks noGrp="1"/>
          </p:cNvSpPr>
          <p:nvPr>
            <p:ph type="title" idx="5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title" idx="6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4" name="Google Shape;254;p21"/>
          <p:cNvSpPr txBox="1">
            <a:spLocks noGrp="1"/>
          </p:cNvSpPr>
          <p:nvPr>
            <p:ph type="title" idx="7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title" idx="8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3">
  <p:cSld name="CUSTOM_5_1_1_1_2"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59" name="Google Shape;259;p22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22"/>
          <p:cNvSpPr txBox="1">
            <a:spLocks noGrp="1"/>
          </p:cNvSpPr>
          <p:nvPr>
            <p:ph type="title" idx="2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1" name="Google Shape;261;p22"/>
          <p:cNvSpPr txBox="1">
            <a:spLocks noGrp="1"/>
          </p:cNvSpPr>
          <p:nvPr>
            <p:ph type="body" idx="3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title" idx="4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body" idx="5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22"/>
          <p:cNvSpPr txBox="1">
            <a:spLocks noGrp="1"/>
          </p:cNvSpPr>
          <p:nvPr>
            <p:ph type="title" idx="6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5" name="Google Shape;265;p22"/>
          <p:cNvSpPr txBox="1">
            <a:spLocks noGrp="1"/>
          </p:cNvSpPr>
          <p:nvPr>
            <p:ph type="body" idx="7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type="title" idx="8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body" idx="9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-to-market ideas - ALT 2">
  <p:cSld name="CUSTOM_5_1_1_1_3"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>
            <a:spLocks noGrp="1"/>
          </p:cNvSpPr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70" name="Google Shape;270;p23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23"/>
          <p:cNvSpPr txBox="1">
            <a:spLocks noGrp="1"/>
          </p:cNvSpPr>
          <p:nvPr>
            <p:ph type="subTitle" idx="2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2" name="Google Shape;272;p23"/>
          <p:cNvSpPr txBox="1">
            <a:spLocks noGrp="1"/>
          </p:cNvSpPr>
          <p:nvPr>
            <p:ph type="subTitle" idx="3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23"/>
          <p:cNvSpPr txBox="1">
            <a:spLocks noGrp="1"/>
          </p:cNvSpPr>
          <p:nvPr>
            <p:ph type="subTitle" idx="4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3"/>
          <p:cNvSpPr txBox="1">
            <a:spLocks noGrp="1"/>
          </p:cNvSpPr>
          <p:nvPr>
            <p:ph type="subTitle" idx="5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23"/>
          <p:cNvSpPr txBox="1">
            <a:spLocks noGrp="1"/>
          </p:cNvSpPr>
          <p:nvPr>
            <p:ph type="subTitle" idx="6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23"/>
          <p:cNvSpPr txBox="1">
            <a:spLocks noGrp="1"/>
          </p:cNvSpPr>
          <p:nvPr>
            <p:ph type="body" idx="7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3"/>
          <p:cNvSpPr txBox="1">
            <a:spLocks noGrp="1"/>
          </p:cNvSpPr>
          <p:nvPr>
            <p:ph type="body" idx="8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23"/>
          <p:cNvSpPr txBox="1">
            <a:spLocks noGrp="1"/>
          </p:cNvSpPr>
          <p:nvPr>
            <p:ph type="body" idx="9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23"/>
          <p:cNvSpPr txBox="1">
            <a:spLocks noGrp="1"/>
          </p:cNvSpPr>
          <p:nvPr>
            <p:ph type="body" idx="13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23"/>
          <p:cNvSpPr txBox="1">
            <a:spLocks noGrp="1"/>
          </p:cNvSpPr>
          <p:nvPr>
            <p:ph type="title" idx="14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3"/>
          <p:cNvSpPr txBox="1">
            <a:spLocks noGrp="1"/>
          </p:cNvSpPr>
          <p:nvPr>
            <p:ph type="title" idx="15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23"/>
          <p:cNvSpPr txBox="1">
            <a:spLocks noGrp="1"/>
          </p:cNvSpPr>
          <p:nvPr>
            <p:ph type="title" idx="16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title" idx="17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3"/>
          <p:cNvSpPr txBox="1">
            <a:spLocks noGrp="1"/>
          </p:cNvSpPr>
          <p:nvPr>
            <p:ph type="body" idx="18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5" name="Google Shape;285;p23"/>
          <p:cNvSpPr txBox="1">
            <a:spLocks noGrp="1"/>
          </p:cNvSpPr>
          <p:nvPr>
            <p:ph type="body" idx="19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3"/>
          <p:cNvSpPr txBox="1">
            <a:spLocks noGrp="1"/>
          </p:cNvSpPr>
          <p:nvPr>
            <p:ph type="body" idx="20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23"/>
          <p:cNvSpPr txBox="1">
            <a:spLocks noGrp="1"/>
          </p:cNvSpPr>
          <p:nvPr>
            <p:ph type="body" idx="21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23"/>
          <p:cNvSpPr txBox="1">
            <a:spLocks noGrp="1"/>
          </p:cNvSpPr>
          <p:nvPr>
            <p:ph type="body" idx="22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23"/>
          <p:cNvSpPr txBox="1">
            <a:spLocks noGrp="1"/>
          </p:cNvSpPr>
          <p:nvPr>
            <p:ph type="body" idx="23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23"/>
          <p:cNvSpPr txBox="1">
            <a:spLocks noGrp="1"/>
          </p:cNvSpPr>
          <p:nvPr>
            <p:ph type="body" idx="24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23"/>
          <p:cNvSpPr txBox="1">
            <a:spLocks noGrp="1"/>
          </p:cNvSpPr>
          <p:nvPr>
            <p:ph type="body" idx="25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23"/>
          <p:cNvSpPr txBox="1">
            <a:spLocks noGrp="1"/>
          </p:cNvSpPr>
          <p:nvPr>
            <p:ph type="body" idx="26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27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body" idx="28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0">
  <p:cSld name="CUSTOM_2_1_1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>
            <a:spLocks noGrp="1"/>
          </p:cNvSpPr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7" name="Google Shape;297;p24"/>
          <p:cNvSpPr txBox="1">
            <a:spLocks noGrp="1"/>
          </p:cNvSpPr>
          <p:nvPr>
            <p:ph type="title" idx="2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title" idx="3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200" b="1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title" idx="4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ubTitle" idx="1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24"/>
          <p:cNvSpPr txBox="1">
            <a:spLocks noGrp="1"/>
          </p:cNvSpPr>
          <p:nvPr>
            <p:ph type="body" idx="5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2" name="Google Shape;302;p24"/>
          <p:cNvSpPr txBox="1">
            <a:spLocks noGrp="1"/>
          </p:cNvSpPr>
          <p:nvPr>
            <p:ph type="body" idx="6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24"/>
          <p:cNvSpPr txBox="1">
            <a:spLocks noGrp="1"/>
          </p:cNvSpPr>
          <p:nvPr>
            <p:ph type="body" idx="7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24"/>
          <p:cNvSpPr txBox="1">
            <a:spLocks noGrp="1"/>
          </p:cNvSpPr>
          <p:nvPr>
            <p:ph type="body" idx="8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">
    <p:bg>
      <p:bgPr>
        <a:solidFill>
          <a:schemeClr val="lt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name="adj" fmla="val 1091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8" name="Google Shape;308;p25"/>
          <p:cNvSpPr txBox="1">
            <a:spLocks noGrp="1"/>
          </p:cNvSpPr>
          <p:nvPr>
            <p:ph type="body" idx="1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25"/>
          <p:cNvSpPr txBox="1">
            <a:spLocks noGrp="1"/>
          </p:cNvSpPr>
          <p:nvPr>
            <p:ph type="body" idx="2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9">
  <p:cSld name="CUSTOM_1">
    <p:bg>
      <p:bgPr>
        <a:solidFill>
          <a:schemeClr val="accen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>
            <a:spLocks noGrp="1"/>
          </p:cNvSpPr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title" idx="2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title" idx="3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1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title" idx="4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19" name="Google Shape;319;p26"/>
          <p:cNvSpPr txBox="1">
            <a:spLocks noGrp="1"/>
          </p:cNvSpPr>
          <p:nvPr>
            <p:ph type="subTitle" idx="5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26"/>
          <p:cNvSpPr txBox="1">
            <a:spLocks noGrp="1"/>
          </p:cNvSpPr>
          <p:nvPr>
            <p:ph type="title" idx="6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21" name="Google Shape;321;p26"/>
          <p:cNvSpPr txBox="1">
            <a:spLocks noGrp="1"/>
          </p:cNvSpPr>
          <p:nvPr>
            <p:ph type="subTitle" idx="7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26"/>
          <p:cNvSpPr txBox="1">
            <a:spLocks noGrp="1"/>
          </p:cNvSpPr>
          <p:nvPr>
            <p:ph type="title" idx="8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23" name="Google Shape;323;p26"/>
          <p:cNvSpPr txBox="1">
            <a:spLocks noGrp="1"/>
          </p:cNvSpPr>
          <p:nvPr>
            <p:ph type="subTitle" idx="9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1_1">
    <p:bg>
      <p:bgPr>
        <a:solidFill>
          <a:schemeClr val="accent1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name="adj" fmla="val 24462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>
            <a:spLocks noGrp="1"/>
          </p:cNvSpPr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7"/>
          <p:cNvSpPr txBox="1">
            <a:spLocks noGrp="1"/>
          </p:cNvSpPr>
          <p:nvPr>
            <p:ph type="subTitle" idx="1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27"/>
          <p:cNvSpPr>
            <a:spLocks noGrp="1"/>
          </p:cNvSpPr>
          <p:nvPr>
            <p:ph type="pic" idx="2"/>
          </p:nvPr>
        </p:nvSpPr>
        <p:spPr>
          <a:xfrm>
            <a:off x="387475" y="3575855"/>
            <a:ext cx="1309500" cy="10500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>
            <a:spLocks noGrp="1"/>
          </p:cNvSpPr>
          <p:nvPr>
            <p:ph type="title" idx="3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title" idx="4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3" name="Google Shape;343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8" name="Google Shape;348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9" name="Google Shape;349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3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9" name="Google Shape;359;p3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0" name="Google Shape;360;p3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1" name="Google Shape;361;p3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2" name="Google Shape;362;p3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3" name="Google Shape;363;p3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67" name="Google Shape;367;p3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1" name="Google Shape;371;p3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3" name="Google Shape;373;p3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4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4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4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9" name="Google Shape;379;p4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0" name="Google Shape;380;p4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1" name="Google Shape;381;p4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4" name="Google Shape;384;p4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5" name="Google Shape;385;p4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6" name="Google Shape;386;p4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7" name="Google Shape;387;p4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4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9" name="Google Shape;389;p4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0" name="Google Shape;390;p4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1" name="Google Shape;391;p4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4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7" name="Google Shape;397;p4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0" name="Google Shape;40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4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2" name="Google Shape;402;p4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5" name="Google Shape;405;p4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8" name="Google Shape;408;p4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0" name="Google Shape;41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4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2" name="Google Shape;412;p4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3" name="Google Shape;413;p4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4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21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21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>
            <a:spLocks noGrp="1"/>
          </p:cNvSpPr>
          <p:nvPr>
            <p:ph type="subTitle" idx="1"/>
          </p:nvPr>
        </p:nvSpPr>
        <p:spPr>
          <a:xfrm>
            <a:off x="-994225" y="1427175"/>
            <a:ext cx="8649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432" name="Google Shape;432;p47" title="Full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900" y="512450"/>
            <a:ext cx="3928100" cy="39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7"/>
          <p:cNvSpPr txBox="1"/>
          <p:nvPr/>
        </p:nvSpPr>
        <p:spPr>
          <a:xfrm>
            <a:off x="1584675" y="1763700"/>
            <a:ext cx="24669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WORKING PROGRESS</a:t>
            </a:r>
            <a:endParaRPr sz="3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GROUP - 5</a:t>
            </a:r>
            <a:endParaRPr sz="3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 descr="Shape where the section titles go"/>
          <p:cNvSpPr/>
          <p:nvPr/>
        </p:nvSpPr>
        <p:spPr>
          <a:xfrm flipH="1">
            <a:off x="3144900" y="3437851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39" name="Google Shape;439;p48" descr="Shape where the section titles go"/>
          <p:cNvSpPr/>
          <p:nvPr/>
        </p:nvSpPr>
        <p:spPr>
          <a:xfrm flipH="1">
            <a:off x="3144900" y="2581602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40" name="Google Shape;440;p48" descr="Shape where the section titles go"/>
          <p:cNvSpPr/>
          <p:nvPr/>
        </p:nvSpPr>
        <p:spPr>
          <a:xfrm flipH="1">
            <a:off x="3144900" y="1718827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41" name="Google Shape;441;p48" descr="Shape where the section titles go"/>
          <p:cNvSpPr/>
          <p:nvPr/>
        </p:nvSpPr>
        <p:spPr>
          <a:xfrm flipH="1">
            <a:off x="3144900" y="856153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42" name="Google Shape;442;p48" descr="Shape where the section titles go"/>
          <p:cNvSpPr/>
          <p:nvPr/>
        </p:nvSpPr>
        <p:spPr>
          <a:xfrm flipH="1">
            <a:off x="3144899" y="-200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43" name="Google Shape;443;p48" descr="Shape where the section titles go"/>
          <p:cNvSpPr/>
          <p:nvPr/>
        </p:nvSpPr>
        <p:spPr>
          <a:xfrm flipH="1">
            <a:off x="3144900" y="4300651"/>
            <a:ext cx="5999100" cy="862800"/>
          </a:xfrm>
          <a:prstGeom prst="snip1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44" name="Google Shape;444;p48" descr="Spaces to add section titles"/>
          <p:cNvSpPr txBox="1">
            <a:spLocks noGrp="1"/>
          </p:cNvSpPr>
          <p:nvPr>
            <p:ph type="subTitle" idx="1"/>
          </p:nvPr>
        </p:nvSpPr>
        <p:spPr>
          <a:xfrm>
            <a:off x="411875" y="285750"/>
            <a:ext cx="21567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Team members and roles</a:t>
            </a:r>
            <a:endParaRPr/>
          </a:p>
        </p:txBody>
      </p:sp>
      <p:sp>
        <p:nvSpPr>
          <p:cNvPr id="445" name="Google Shape;445;p48" descr="Spaces to add section titles"/>
          <p:cNvSpPr txBox="1">
            <a:spLocks noGrp="1"/>
          </p:cNvSpPr>
          <p:nvPr>
            <p:ph type="subTitle" idx="2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Sachin Maharjan- </a:t>
            </a:r>
            <a:r>
              <a:rPr lang="en" sz="1400"/>
              <a:t>Scrum Master &amp; Backend Developer,complete finisher</a:t>
            </a:r>
            <a:endParaRPr sz="1400"/>
          </a:p>
        </p:txBody>
      </p:sp>
      <p:sp>
        <p:nvSpPr>
          <p:cNvPr id="446" name="Google Shape;446;p48" descr="Spaces to add section titles"/>
          <p:cNvSpPr txBox="1">
            <a:spLocks noGrp="1"/>
          </p:cNvSpPr>
          <p:nvPr>
            <p:ph type="subTitle" idx="3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Simona kattel -  </a:t>
            </a:r>
            <a:r>
              <a:rPr lang="en" sz="1600"/>
              <a:t>Product Owner &amp; Frontend Lead,Coordinator</a:t>
            </a:r>
            <a:endParaRPr sz="1600"/>
          </a:p>
        </p:txBody>
      </p:sp>
      <p:sp>
        <p:nvSpPr>
          <p:cNvPr id="447" name="Google Shape;447;p48" descr="Spaces to add section titles"/>
          <p:cNvSpPr txBox="1">
            <a:spLocks noGrp="1"/>
          </p:cNvSpPr>
          <p:nvPr>
            <p:ph type="subTitle" idx="4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Aayushma Dhakal-</a:t>
            </a:r>
            <a:r>
              <a:rPr lang="en" sz="1600"/>
              <a:t>Mobile Developer &amp; Database Architect, specialist</a:t>
            </a:r>
            <a:endParaRPr sz="1600"/>
          </a:p>
        </p:txBody>
      </p:sp>
      <p:sp>
        <p:nvSpPr>
          <p:cNvPr id="448" name="Google Shape;448;p48" descr="Spaces to add section titles"/>
          <p:cNvSpPr txBox="1">
            <a:spLocks noGrp="1"/>
          </p:cNvSpPr>
          <p:nvPr>
            <p:ph type="subTitle" idx="5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Abhinav Sitaula-</a:t>
            </a:r>
            <a:r>
              <a:rPr lang="en" sz="1700"/>
              <a:t>IoT Engineer &amp; Systems Integrator,resource investigator</a:t>
            </a:r>
            <a:endParaRPr sz="1700"/>
          </a:p>
        </p:txBody>
      </p:sp>
      <p:sp>
        <p:nvSpPr>
          <p:cNvPr id="449" name="Google Shape;449;p48" descr="Spaces to add section titles"/>
          <p:cNvSpPr txBox="1">
            <a:spLocks noGrp="1"/>
          </p:cNvSpPr>
          <p:nvPr>
            <p:ph type="subTitle" idx="6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Bardan Thapa- </a:t>
            </a:r>
            <a:r>
              <a:rPr lang="en" sz="1600"/>
              <a:t>UI/UX Designer, Documentation Lead &amp; QA Engineer,plant</a:t>
            </a:r>
            <a:endParaRPr sz="1600"/>
          </a:p>
        </p:txBody>
      </p:sp>
      <p:sp>
        <p:nvSpPr>
          <p:cNvPr id="450" name="Google Shape;450;p48" descr="Spaces to add section titles"/>
          <p:cNvSpPr txBox="1">
            <a:spLocks noGrp="1"/>
          </p:cNvSpPr>
          <p:nvPr>
            <p:ph type="subTitle" idx="7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Pradeep Yadav-</a:t>
            </a:r>
            <a:r>
              <a:rPr lang="en" sz="1600"/>
              <a:t>AI/ML Engineer &amp; DevOps Lead , shaper</a:t>
            </a:r>
            <a:endParaRPr sz="600"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1" name="Google Shape;451;p48"/>
          <p:cNvSpPr/>
          <p:nvPr/>
        </p:nvSpPr>
        <p:spPr>
          <a:xfrm>
            <a:off x="2689513" y="120900"/>
            <a:ext cx="659400" cy="329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48"/>
          <p:cNvSpPr txBox="1"/>
          <p:nvPr/>
        </p:nvSpPr>
        <p:spPr>
          <a:xfrm>
            <a:off x="2689513" y="93300"/>
            <a:ext cx="659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leader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48"/>
          <p:cNvSpPr/>
          <p:nvPr/>
        </p:nvSpPr>
        <p:spPr>
          <a:xfrm>
            <a:off x="2714663" y="989175"/>
            <a:ext cx="659400" cy="329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4" name="Google Shape;454;p48"/>
          <p:cNvSpPr txBox="1"/>
          <p:nvPr/>
        </p:nvSpPr>
        <p:spPr>
          <a:xfrm>
            <a:off x="2697888" y="985500"/>
            <a:ext cx="659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leader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"/>
          <p:cNvSpPr txBox="1">
            <a:spLocks noGrp="1"/>
          </p:cNvSpPr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mission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460" name="Google Shape;460;p49"/>
          <p:cNvSpPr txBox="1">
            <a:spLocks noGrp="1"/>
          </p:cNvSpPr>
          <p:nvPr>
            <p:ph type="title" idx="2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simplify retail management by providing smart, accessible tools for inventory, billing, and business insights.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461" name="Google Shape;461;p49"/>
          <p:cNvSpPr txBox="1">
            <a:spLocks noGrp="1"/>
          </p:cNvSpPr>
          <p:nvPr>
            <p:ph type="subTitle" idx="1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INVO6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 txBox="1">
            <a:spLocks noGrp="1"/>
          </p:cNvSpPr>
          <p:nvPr>
            <p:ph type="title"/>
          </p:nvPr>
        </p:nvSpPr>
        <p:spPr>
          <a:xfrm>
            <a:off x="944875" y="564175"/>
            <a:ext cx="4005900" cy="70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6"/>
                </a:solidFill>
              </a:rPr>
              <a:t>The problem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67" name="Google Shape;467;p50"/>
          <p:cNvSpPr txBox="1">
            <a:spLocks noGrp="1"/>
          </p:cNvSpPr>
          <p:nvPr>
            <p:ph type="title" idx="2"/>
          </p:nvPr>
        </p:nvSpPr>
        <p:spPr>
          <a:xfrm>
            <a:off x="425825" y="1243900"/>
            <a:ext cx="8047500" cy="3036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accent6"/>
                </a:solidFill>
              </a:rPr>
              <a:t>.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68" name="Google Shape;468;p50" descr="A question mark icon."/>
          <p:cNvSpPr txBox="1"/>
          <p:nvPr/>
        </p:nvSpPr>
        <p:spPr>
          <a:xfrm>
            <a:off x="6517802" y="1117222"/>
            <a:ext cx="813300" cy="11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7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rPr>
              <a:t>?</a:t>
            </a:r>
            <a:endParaRPr sz="7200">
              <a:solidFill>
                <a:schemeClr val="accent3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69" name="Google Shape;469;p50" descr="An exclamation mark icon"/>
          <p:cNvSpPr txBox="1"/>
          <p:nvPr/>
        </p:nvSpPr>
        <p:spPr>
          <a:xfrm>
            <a:off x="6665927" y="3103597"/>
            <a:ext cx="813300" cy="11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" sz="7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!</a:t>
            </a:r>
            <a:endParaRPr sz="72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0" name="Google Shape;470;p50"/>
          <p:cNvSpPr/>
          <p:nvPr/>
        </p:nvSpPr>
        <p:spPr>
          <a:xfrm>
            <a:off x="474675" y="1427175"/>
            <a:ext cx="2202600" cy="2334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50"/>
          <p:cNvSpPr/>
          <p:nvPr/>
        </p:nvSpPr>
        <p:spPr>
          <a:xfrm>
            <a:off x="2871825" y="1404600"/>
            <a:ext cx="2202600" cy="2334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" name="Google Shape;472;p50"/>
          <p:cNvSpPr/>
          <p:nvPr/>
        </p:nvSpPr>
        <p:spPr>
          <a:xfrm>
            <a:off x="5268975" y="1404600"/>
            <a:ext cx="2202600" cy="23343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" name="Google Shape;473;p50"/>
          <p:cNvSpPr txBox="1"/>
          <p:nvPr/>
        </p:nvSpPr>
        <p:spPr>
          <a:xfrm>
            <a:off x="622500" y="1614275"/>
            <a:ext cx="17013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Customers: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Can’t track purchases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app-based interaction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50"/>
          <p:cNvSpPr txBox="1"/>
          <p:nvPr/>
        </p:nvSpPr>
        <p:spPr>
          <a:xfrm>
            <a:off x="3088725" y="1601075"/>
            <a:ext cx="16353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Businesses don’t know: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Future demand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Current trend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 stock is available?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 is running out?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" name="Google Shape;475;p50"/>
          <p:cNvSpPr txBox="1"/>
          <p:nvPr/>
        </p:nvSpPr>
        <p:spPr>
          <a:xfrm>
            <a:off x="5488950" y="1637925"/>
            <a:ext cx="1828800" cy="19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Retail shops don’t know: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Which product sells most?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When is peak time?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Which items are not selling?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"/>
          <p:cNvSpPr txBox="1">
            <a:spLocks noGrp="1"/>
          </p:cNvSpPr>
          <p:nvPr>
            <p:ph type="title"/>
          </p:nvPr>
        </p:nvSpPr>
        <p:spPr>
          <a:xfrm>
            <a:off x="1231175" y="577350"/>
            <a:ext cx="4695000" cy="862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Our solution</a:t>
            </a:r>
            <a:endParaRPr/>
          </a:p>
        </p:txBody>
      </p:sp>
      <p:grpSp>
        <p:nvGrpSpPr>
          <p:cNvPr id="481" name="Google Shape;481;p51"/>
          <p:cNvGrpSpPr/>
          <p:nvPr/>
        </p:nvGrpSpPr>
        <p:grpSpPr>
          <a:xfrm>
            <a:off x="6999094" y="903564"/>
            <a:ext cx="750966" cy="862557"/>
            <a:chOff x="6071775" y="2386700"/>
            <a:chExt cx="1308075" cy="1502450"/>
          </a:xfrm>
        </p:grpSpPr>
        <p:sp>
          <p:nvSpPr>
            <p:cNvPr id="482" name="Google Shape;482;p51" descr="A lightbulb icon."/>
            <p:cNvSpPr/>
            <p:nvPr/>
          </p:nvSpPr>
          <p:spPr>
            <a:xfrm>
              <a:off x="6338375" y="2650600"/>
              <a:ext cx="774875" cy="924700"/>
            </a:xfrm>
            <a:custGeom>
              <a:avLst/>
              <a:gdLst/>
              <a:ahLst/>
              <a:cxnLst/>
              <a:rect l="l" t="t" r="r" b="b"/>
              <a:pathLst>
                <a:path w="30995" h="36988" extrusionOk="0">
                  <a:moveTo>
                    <a:pt x="15498" y="2457"/>
                  </a:moveTo>
                  <a:cubicBezTo>
                    <a:pt x="22679" y="2457"/>
                    <a:pt x="28538" y="8316"/>
                    <a:pt x="28538" y="15497"/>
                  </a:cubicBezTo>
                  <a:cubicBezTo>
                    <a:pt x="28538" y="18845"/>
                    <a:pt x="27269" y="22031"/>
                    <a:pt x="24974" y="24434"/>
                  </a:cubicBezTo>
                  <a:cubicBezTo>
                    <a:pt x="24920" y="24515"/>
                    <a:pt x="24839" y="24596"/>
                    <a:pt x="24758" y="24677"/>
                  </a:cubicBezTo>
                  <a:cubicBezTo>
                    <a:pt x="21653" y="27971"/>
                    <a:pt x="21059" y="32371"/>
                    <a:pt x="20978" y="34531"/>
                  </a:cubicBezTo>
                  <a:lnTo>
                    <a:pt x="10017" y="34531"/>
                  </a:lnTo>
                  <a:cubicBezTo>
                    <a:pt x="9936" y="32371"/>
                    <a:pt x="9342" y="27944"/>
                    <a:pt x="6210" y="24650"/>
                  </a:cubicBezTo>
                  <a:cubicBezTo>
                    <a:pt x="6210" y="24650"/>
                    <a:pt x="6183" y="24623"/>
                    <a:pt x="6183" y="24623"/>
                  </a:cubicBezTo>
                  <a:cubicBezTo>
                    <a:pt x="6129" y="24569"/>
                    <a:pt x="6075" y="24488"/>
                    <a:pt x="6021" y="24434"/>
                  </a:cubicBezTo>
                  <a:cubicBezTo>
                    <a:pt x="3726" y="22031"/>
                    <a:pt x="2457" y="18845"/>
                    <a:pt x="2457" y="15497"/>
                  </a:cubicBezTo>
                  <a:cubicBezTo>
                    <a:pt x="2457" y="8316"/>
                    <a:pt x="8316" y="2457"/>
                    <a:pt x="15498" y="2457"/>
                  </a:cubicBezTo>
                  <a:close/>
                  <a:moveTo>
                    <a:pt x="15498" y="1"/>
                  </a:moveTo>
                  <a:cubicBezTo>
                    <a:pt x="6966" y="1"/>
                    <a:pt x="1" y="6966"/>
                    <a:pt x="1" y="15497"/>
                  </a:cubicBezTo>
                  <a:cubicBezTo>
                    <a:pt x="1" y="19493"/>
                    <a:pt x="1513" y="23273"/>
                    <a:pt x="4239" y="26135"/>
                  </a:cubicBezTo>
                  <a:cubicBezTo>
                    <a:pt x="4239" y="26135"/>
                    <a:pt x="4239" y="26135"/>
                    <a:pt x="4266" y="26162"/>
                  </a:cubicBezTo>
                  <a:cubicBezTo>
                    <a:pt x="4293" y="26216"/>
                    <a:pt x="4347" y="26270"/>
                    <a:pt x="4374" y="26297"/>
                  </a:cubicBezTo>
                  <a:cubicBezTo>
                    <a:pt x="4374" y="26297"/>
                    <a:pt x="4374" y="26297"/>
                    <a:pt x="4401" y="26324"/>
                  </a:cubicBezTo>
                  <a:cubicBezTo>
                    <a:pt x="7884" y="29995"/>
                    <a:pt x="7560" y="35638"/>
                    <a:pt x="7560" y="35692"/>
                  </a:cubicBezTo>
                  <a:cubicBezTo>
                    <a:pt x="7560" y="35692"/>
                    <a:pt x="7560" y="35692"/>
                    <a:pt x="7479" y="36988"/>
                  </a:cubicBezTo>
                  <a:lnTo>
                    <a:pt x="23516" y="36988"/>
                  </a:lnTo>
                  <a:cubicBezTo>
                    <a:pt x="23516" y="36988"/>
                    <a:pt x="23516" y="36988"/>
                    <a:pt x="23435" y="35692"/>
                  </a:cubicBezTo>
                  <a:cubicBezTo>
                    <a:pt x="23435" y="35638"/>
                    <a:pt x="23111" y="29995"/>
                    <a:pt x="26567" y="26351"/>
                  </a:cubicBezTo>
                  <a:cubicBezTo>
                    <a:pt x="26567" y="26351"/>
                    <a:pt x="26567" y="26351"/>
                    <a:pt x="26594" y="26324"/>
                  </a:cubicBezTo>
                  <a:cubicBezTo>
                    <a:pt x="26621" y="26270"/>
                    <a:pt x="26675" y="26216"/>
                    <a:pt x="26729" y="26162"/>
                  </a:cubicBezTo>
                  <a:cubicBezTo>
                    <a:pt x="26729" y="26162"/>
                    <a:pt x="26729" y="26162"/>
                    <a:pt x="26756" y="26135"/>
                  </a:cubicBezTo>
                  <a:cubicBezTo>
                    <a:pt x="29483" y="23246"/>
                    <a:pt x="30995" y="19466"/>
                    <a:pt x="30995" y="15497"/>
                  </a:cubicBezTo>
                  <a:cubicBezTo>
                    <a:pt x="30995" y="6966"/>
                    <a:pt x="24029" y="1"/>
                    <a:pt x="154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83" name="Google Shape;483;p51"/>
            <p:cNvSpPr/>
            <p:nvPr/>
          </p:nvSpPr>
          <p:spPr>
            <a:xfrm>
              <a:off x="6528725" y="3618475"/>
              <a:ext cx="394200" cy="61450"/>
            </a:xfrm>
            <a:custGeom>
              <a:avLst/>
              <a:gdLst/>
              <a:ahLst/>
              <a:cxnLst/>
              <a:rect l="l" t="t" r="r" b="b"/>
              <a:pathLst>
                <a:path w="15768" h="2458" extrusionOk="0">
                  <a:moveTo>
                    <a:pt x="0" y="1"/>
                  </a:moveTo>
                  <a:lnTo>
                    <a:pt x="0" y="2458"/>
                  </a:lnTo>
                  <a:lnTo>
                    <a:pt x="15767" y="2458"/>
                  </a:lnTo>
                  <a:lnTo>
                    <a:pt x="1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84" name="Google Shape;484;p51"/>
            <p:cNvSpPr/>
            <p:nvPr/>
          </p:nvSpPr>
          <p:spPr>
            <a:xfrm>
              <a:off x="6528725" y="3723100"/>
              <a:ext cx="394200" cy="61450"/>
            </a:xfrm>
            <a:custGeom>
              <a:avLst/>
              <a:gdLst/>
              <a:ahLst/>
              <a:cxnLst/>
              <a:rect l="l" t="t" r="r" b="b"/>
              <a:pathLst>
                <a:path w="15768" h="2458" extrusionOk="0">
                  <a:moveTo>
                    <a:pt x="0" y="0"/>
                  </a:moveTo>
                  <a:lnTo>
                    <a:pt x="0" y="2457"/>
                  </a:lnTo>
                  <a:lnTo>
                    <a:pt x="15767" y="2457"/>
                  </a:lnTo>
                  <a:lnTo>
                    <a:pt x="157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85" name="Google Shape;485;p51"/>
            <p:cNvSpPr/>
            <p:nvPr/>
          </p:nvSpPr>
          <p:spPr>
            <a:xfrm>
              <a:off x="6607675" y="3827725"/>
              <a:ext cx="236275" cy="61425"/>
            </a:xfrm>
            <a:custGeom>
              <a:avLst/>
              <a:gdLst/>
              <a:ahLst/>
              <a:cxnLst/>
              <a:rect l="l" t="t" r="r" b="b"/>
              <a:pathLst>
                <a:path w="9451" h="2457" extrusionOk="0">
                  <a:moveTo>
                    <a:pt x="1" y="0"/>
                  </a:moveTo>
                  <a:lnTo>
                    <a:pt x="1" y="2457"/>
                  </a:lnTo>
                  <a:lnTo>
                    <a:pt x="9450" y="2457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86" name="Google Shape;486;p51"/>
            <p:cNvSpPr/>
            <p:nvPr/>
          </p:nvSpPr>
          <p:spPr>
            <a:xfrm>
              <a:off x="6241850" y="3352550"/>
              <a:ext cx="172150" cy="172825"/>
            </a:xfrm>
            <a:custGeom>
              <a:avLst/>
              <a:gdLst/>
              <a:ahLst/>
              <a:cxnLst/>
              <a:rect l="l" t="t" r="r" b="b"/>
              <a:pathLst>
                <a:path w="6886" h="6913" extrusionOk="0">
                  <a:moveTo>
                    <a:pt x="5158" y="1"/>
                  </a:moveTo>
                  <a:lnTo>
                    <a:pt x="1" y="5157"/>
                  </a:lnTo>
                  <a:lnTo>
                    <a:pt x="1729" y="6912"/>
                  </a:lnTo>
                  <a:lnTo>
                    <a:pt x="6885" y="1728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87" name="Google Shape;487;p51"/>
            <p:cNvSpPr/>
            <p:nvPr/>
          </p:nvSpPr>
          <p:spPr>
            <a:xfrm>
              <a:off x="6071775" y="3010350"/>
              <a:ext cx="182925" cy="61450"/>
            </a:xfrm>
            <a:custGeom>
              <a:avLst/>
              <a:gdLst/>
              <a:ahLst/>
              <a:cxnLst/>
              <a:rect l="l" t="t" r="r" b="b"/>
              <a:pathLst>
                <a:path w="7317" h="2458" extrusionOk="0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88" name="Google Shape;488;p51"/>
            <p:cNvSpPr/>
            <p:nvPr/>
          </p:nvSpPr>
          <p:spPr>
            <a:xfrm>
              <a:off x="6241850" y="2556775"/>
              <a:ext cx="172150" cy="172825"/>
            </a:xfrm>
            <a:custGeom>
              <a:avLst/>
              <a:gdLst/>
              <a:ahLst/>
              <a:cxnLst/>
              <a:rect l="l" t="t" r="r" b="b"/>
              <a:pathLst>
                <a:path w="6886" h="6913" extrusionOk="0">
                  <a:moveTo>
                    <a:pt x="1729" y="1"/>
                  </a:moveTo>
                  <a:lnTo>
                    <a:pt x="1" y="1729"/>
                  </a:lnTo>
                  <a:lnTo>
                    <a:pt x="5158" y="6912"/>
                  </a:lnTo>
                  <a:lnTo>
                    <a:pt x="6885" y="5158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89" name="Google Shape;489;p51"/>
            <p:cNvSpPr/>
            <p:nvPr/>
          </p:nvSpPr>
          <p:spPr>
            <a:xfrm>
              <a:off x="6694750" y="2386700"/>
              <a:ext cx="62125" cy="182925"/>
            </a:xfrm>
            <a:custGeom>
              <a:avLst/>
              <a:gdLst/>
              <a:ahLst/>
              <a:cxnLst/>
              <a:rect l="l" t="t" r="r" b="b"/>
              <a:pathLst>
                <a:path w="2485" h="7317" extrusionOk="0">
                  <a:moveTo>
                    <a:pt x="1" y="0"/>
                  </a:moveTo>
                  <a:lnTo>
                    <a:pt x="1" y="7317"/>
                  </a:lnTo>
                  <a:lnTo>
                    <a:pt x="2485" y="7317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90" name="Google Shape;490;p51"/>
            <p:cNvSpPr/>
            <p:nvPr/>
          </p:nvSpPr>
          <p:spPr>
            <a:xfrm>
              <a:off x="7037625" y="2556775"/>
              <a:ext cx="172150" cy="172825"/>
            </a:xfrm>
            <a:custGeom>
              <a:avLst/>
              <a:gdLst/>
              <a:ahLst/>
              <a:cxnLst/>
              <a:rect l="l" t="t" r="r" b="b"/>
              <a:pathLst>
                <a:path w="6886" h="6913" extrusionOk="0">
                  <a:moveTo>
                    <a:pt x="5158" y="1"/>
                  </a:moveTo>
                  <a:lnTo>
                    <a:pt x="1" y="5158"/>
                  </a:lnTo>
                  <a:lnTo>
                    <a:pt x="1729" y="6912"/>
                  </a:lnTo>
                  <a:lnTo>
                    <a:pt x="6885" y="1729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91" name="Google Shape;491;p51"/>
            <p:cNvSpPr/>
            <p:nvPr/>
          </p:nvSpPr>
          <p:spPr>
            <a:xfrm>
              <a:off x="7196925" y="3010350"/>
              <a:ext cx="182925" cy="61450"/>
            </a:xfrm>
            <a:custGeom>
              <a:avLst/>
              <a:gdLst/>
              <a:ahLst/>
              <a:cxnLst/>
              <a:rect l="l" t="t" r="r" b="b"/>
              <a:pathLst>
                <a:path w="7317" h="2458" extrusionOk="0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92" name="Google Shape;492;p51"/>
            <p:cNvSpPr/>
            <p:nvPr/>
          </p:nvSpPr>
          <p:spPr>
            <a:xfrm>
              <a:off x="7037625" y="3352550"/>
              <a:ext cx="172150" cy="172825"/>
            </a:xfrm>
            <a:custGeom>
              <a:avLst/>
              <a:gdLst/>
              <a:ahLst/>
              <a:cxnLst/>
              <a:rect l="l" t="t" r="r" b="b"/>
              <a:pathLst>
                <a:path w="6886" h="6913" extrusionOk="0">
                  <a:moveTo>
                    <a:pt x="1729" y="1"/>
                  </a:moveTo>
                  <a:lnTo>
                    <a:pt x="1" y="1728"/>
                  </a:lnTo>
                  <a:lnTo>
                    <a:pt x="5158" y="6912"/>
                  </a:lnTo>
                  <a:lnTo>
                    <a:pt x="6885" y="5157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493" name="Google Shape;493;p51"/>
            <p:cNvSpPr/>
            <p:nvPr/>
          </p:nvSpPr>
          <p:spPr>
            <a:xfrm>
              <a:off x="6584750" y="3015075"/>
              <a:ext cx="282150" cy="195075"/>
            </a:xfrm>
            <a:custGeom>
              <a:avLst/>
              <a:gdLst/>
              <a:ahLst/>
              <a:cxnLst/>
              <a:rect l="l" t="t" r="r" b="b"/>
              <a:pathLst>
                <a:path w="11286" h="7803" extrusionOk="0">
                  <a:moveTo>
                    <a:pt x="9557" y="1"/>
                  </a:moveTo>
                  <a:lnTo>
                    <a:pt x="5238" y="4320"/>
                  </a:lnTo>
                  <a:lnTo>
                    <a:pt x="1728" y="810"/>
                  </a:lnTo>
                  <a:lnTo>
                    <a:pt x="0" y="2565"/>
                  </a:lnTo>
                  <a:lnTo>
                    <a:pt x="5238" y="7803"/>
                  </a:lnTo>
                  <a:lnTo>
                    <a:pt x="11285" y="1755"/>
                  </a:lnTo>
                  <a:lnTo>
                    <a:pt x="95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494" name="Google Shape;494;p51"/>
          <p:cNvSpPr/>
          <p:nvPr/>
        </p:nvSpPr>
        <p:spPr>
          <a:xfrm>
            <a:off x="804375" y="1097450"/>
            <a:ext cx="2202600" cy="233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" name="Google Shape;495;p51"/>
          <p:cNvSpPr/>
          <p:nvPr/>
        </p:nvSpPr>
        <p:spPr>
          <a:xfrm>
            <a:off x="3201525" y="1074875"/>
            <a:ext cx="2202600" cy="233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51"/>
          <p:cNvSpPr/>
          <p:nvPr/>
        </p:nvSpPr>
        <p:spPr>
          <a:xfrm>
            <a:off x="5598675" y="1074875"/>
            <a:ext cx="2202600" cy="233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51"/>
          <p:cNvSpPr txBox="1"/>
          <p:nvPr/>
        </p:nvSpPr>
        <p:spPr>
          <a:xfrm>
            <a:off x="952200" y="1284550"/>
            <a:ext cx="17013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Customers: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Customer app interface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Purchase tracking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Better engagement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8" name="Google Shape;498;p51"/>
          <p:cNvSpPr txBox="1"/>
          <p:nvPr/>
        </p:nvSpPr>
        <p:spPr>
          <a:xfrm>
            <a:off x="3418425" y="1271350"/>
            <a:ext cx="16353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Businesses :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AI/ML prediction model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Suggest restocking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Demand forecasting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" name="Google Shape;499;p51"/>
          <p:cNvSpPr txBox="1"/>
          <p:nvPr/>
        </p:nvSpPr>
        <p:spPr>
          <a:xfrm>
            <a:off x="5818650" y="1308200"/>
            <a:ext cx="1828800" cy="19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Retail shops :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Real-time inventory tracking system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Dashboard showing stock levels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Alerts for low stock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2" descr="Slide theme title"/>
          <p:cNvSpPr txBox="1">
            <a:spLocks noGrp="1"/>
          </p:cNvSpPr>
          <p:nvPr>
            <p:ph type="title"/>
          </p:nvPr>
        </p:nvSpPr>
        <p:spPr>
          <a:xfrm>
            <a:off x="3668825" y="112075"/>
            <a:ext cx="3633000" cy="1077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700"/>
              <a:t>What is used 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700"/>
          </a:p>
        </p:txBody>
      </p:sp>
      <p:pic>
        <p:nvPicPr>
          <p:cNvPr id="505" name="Google Shape;5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36" y="576875"/>
            <a:ext cx="8904928" cy="398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53"/>
          <p:cNvPicPr preferRelativeResize="0"/>
          <p:nvPr/>
        </p:nvPicPr>
        <p:blipFill rotWithShape="1">
          <a:blip r:embed="rId3">
            <a:alphaModFix amt="80000"/>
          </a:blip>
          <a:srcRect t="23804" b="23799"/>
          <a:stretch/>
        </p:blipFill>
        <p:spPr>
          <a:xfrm>
            <a:off x="0" y="911625"/>
            <a:ext cx="9144000" cy="3848400"/>
          </a:xfrm>
          <a:prstGeom prst="snip1Rect">
            <a:avLst>
              <a:gd name="adj" fmla="val 18979"/>
            </a:avLst>
          </a:prstGeom>
          <a:noFill/>
          <a:ln>
            <a:noFill/>
          </a:ln>
        </p:spPr>
      </p:pic>
      <p:sp>
        <p:nvSpPr>
          <p:cNvPr id="511" name="Google Shape;511;p53"/>
          <p:cNvSpPr txBox="1">
            <a:spLocks noGrp="1"/>
          </p:cNvSpPr>
          <p:nvPr>
            <p:ph type="title" idx="16"/>
          </p:nvPr>
        </p:nvSpPr>
        <p:spPr>
          <a:xfrm>
            <a:off x="216600" y="474675"/>
            <a:ext cx="5045700" cy="1039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Sprint planning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2" name="Google Shape;512;p53"/>
          <p:cNvSpPr txBox="1">
            <a:spLocks noGrp="1"/>
          </p:cNvSpPr>
          <p:nvPr>
            <p:ph type="title"/>
          </p:nvPr>
        </p:nvSpPr>
        <p:spPr>
          <a:xfrm>
            <a:off x="379800" y="10173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Sprint  metric 1</a:t>
            </a:r>
            <a:endParaRPr/>
          </a:p>
        </p:txBody>
      </p:sp>
      <p:sp>
        <p:nvSpPr>
          <p:cNvPr id="513" name="Google Shape;513;p53"/>
          <p:cNvSpPr txBox="1">
            <a:spLocks noGrp="1"/>
          </p:cNvSpPr>
          <p:nvPr>
            <p:ph type="body" idx="1"/>
          </p:nvPr>
        </p:nvSpPr>
        <p:spPr>
          <a:xfrm>
            <a:off x="379800" y="142717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Setup React project (Vite, Tailwind, routing)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Create basic components (Navbar, Sidebar, Forms)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Prepare frontend folder structure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Setup pages (Login, Dashboard, Inventory, Billing - basic layout only)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Wireframe design</a:t>
            </a:r>
            <a:endParaRPr/>
          </a:p>
        </p:txBody>
      </p:sp>
      <p:sp>
        <p:nvSpPr>
          <p:cNvPr id="514" name="Google Shape;514;p53"/>
          <p:cNvSpPr txBox="1">
            <a:spLocks noGrp="1"/>
          </p:cNvSpPr>
          <p:nvPr>
            <p:ph type="title" idx="3"/>
          </p:nvPr>
        </p:nvSpPr>
        <p:spPr>
          <a:xfrm>
            <a:off x="2424675" y="10173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Sprint metric 2</a:t>
            </a:r>
            <a:endParaRPr/>
          </a:p>
        </p:txBody>
      </p:sp>
      <p:sp>
        <p:nvSpPr>
          <p:cNvPr id="515" name="Google Shape;515;p53"/>
          <p:cNvSpPr txBox="1">
            <a:spLocks noGrp="1"/>
          </p:cNvSpPr>
          <p:nvPr>
            <p:ph type="body" idx="4"/>
          </p:nvPr>
        </p:nvSpPr>
        <p:spPr>
          <a:xfrm>
            <a:off x="2004300" y="911625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improve styling (colors, spacing, responsiveness)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dashboard visually structured (charts, cards, layout fixes)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animations and better UX (hover, transitions)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Ensure all pages are fully responsive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516" name="Google Shape;516;p53"/>
          <p:cNvSpPr txBox="1">
            <a:spLocks noGrp="1"/>
          </p:cNvSpPr>
          <p:nvPr>
            <p:ph type="title" idx="5"/>
          </p:nvPr>
        </p:nvSpPr>
        <p:spPr>
          <a:xfrm>
            <a:off x="4222900" y="10173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Sprint metric 3</a:t>
            </a:r>
            <a:endParaRPr/>
          </a:p>
        </p:txBody>
      </p:sp>
      <p:sp>
        <p:nvSpPr>
          <p:cNvPr id="517" name="Google Shape;517;p53"/>
          <p:cNvSpPr txBox="1">
            <a:spLocks noGrp="1"/>
          </p:cNvSpPr>
          <p:nvPr>
            <p:ph type="body" idx="6"/>
          </p:nvPr>
        </p:nvSpPr>
        <p:spPr>
          <a:xfrm>
            <a:off x="4091150" y="1315700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frontend with backend APIs.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login system (JWT + authentication)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backend server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backend with MySQL database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API endpoints (products, users)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Implement full CRUD operations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Store and retrieve product &amp; user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validation and consistency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518" name="Google Shape;518;p53"/>
          <p:cNvSpPr txBox="1">
            <a:spLocks noGrp="1"/>
          </p:cNvSpPr>
          <p:nvPr>
            <p:ph type="title" idx="7"/>
          </p:nvPr>
        </p:nvSpPr>
        <p:spPr>
          <a:xfrm>
            <a:off x="6259075" y="1017350"/>
            <a:ext cx="1624500" cy="1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Sprint metric 4</a:t>
            </a:r>
            <a:endParaRPr/>
          </a:p>
        </p:txBody>
      </p:sp>
      <p:sp>
        <p:nvSpPr>
          <p:cNvPr id="519" name="Google Shape;519;p53"/>
          <p:cNvSpPr txBox="1">
            <a:spLocks noGrp="1"/>
          </p:cNvSpPr>
          <p:nvPr>
            <p:ph type="body" idx="8"/>
          </p:nvPr>
        </p:nvSpPr>
        <p:spPr>
          <a:xfrm>
            <a:off x="6107100" y="1315700"/>
            <a:ext cx="1624500" cy="86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Implement forecasting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 chatbot (RAG-based)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Integrate AI APIs with backend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Complete IoT billing workflow, ESP32 and MQTT communication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Full system testing (frontend + backend + AI + IoT)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 deployment (Docker)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Documentation and report writing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/>
              <a:t>Prepare dataset for sales forecasting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4"/>
          <p:cNvSpPr txBox="1"/>
          <p:nvPr/>
        </p:nvSpPr>
        <p:spPr>
          <a:xfrm>
            <a:off x="2985675" y="60800"/>
            <a:ext cx="5836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Working Status</a:t>
            </a:r>
            <a:endParaRPr sz="25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25" name="Google Shape;525;p54"/>
          <p:cNvGrpSpPr/>
          <p:nvPr/>
        </p:nvGrpSpPr>
        <p:grpSpPr>
          <a:xfrm>
            <a:off x="1288650" y="2358741"/>
            <a:ext cx="6566700" cy="670500"/>
            <a:chOff x="1431325" y="2473842"/>
            <a:chExt cx="6566700" cy="670500"/>
          </a:xfrm>
        </p:grpSpPr>
        <p:sp>
          <p:nvSpPr>
            <p:cNvPr id="526" name="Google Shape;526;p54"/>
            <p:cNvSpPr/>
            <p:nvPr/>
          </p:nvSpPr>
          <p:spPr>
            <a:xfrm rot="-5400000">
              <a:off x="4644475" y="-209208"/>
              <a:ext cx="670500" cy="6036600"/>
            </a:xfrm>
            <a:prstGeom prst="roundRect">
              <a:avLst>
                <a:gd name="adj" fmla="val 50000"/>
              </a:avLst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4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Roboto"/>
                <a:buChar char="●"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DATABASE PROGRESS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8" name="Google Shape;528;p54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name="adj" fmla="val 50000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4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4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name="adj1" fmla="val 16226349"/>
                <a:gd name="adj2" fmla="val 5460580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4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50%</a:t>
              </a:r>
              <a:endPara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532" name="Google Shape;532;p54"/>
            <p:cNvCxnSpPr/>
            <p:nvPr/>
          </p:nvCxnSpPr>
          <p:spPr>
            <a:xfrm>
              <a:off x="5209891" y="2585784"/>
              <a:ext cx="0" cy="44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grpSp>
        <p:nvGrpSpPr>
          <p:cNvPr id="533" name="Google Shape;533;p54"/>
          <p:cNvGrpSpPr/>
          <p:nvPr/>
        </p:nvGrpSpPr>
        <p:grpSpPr>
          <a:xfrm>
            <a:off x="1288650" y="1677466"/>
            <a:ext cx="6566700" cy="670500"/>
            <a:chOff x="1431325" y="2473842"/>
            <a:chExt cx="6566700" cy="670500"/>
          </a:xfrm>
        </p:grpSpPr>
        <p:sp>
          <p:nvSpPr>
            <p:cNvPr id="534" name="Google Shape;534;p54"/>
            <p:cNvSpPr/>
            <p:nvPr/>
          </p:nvSpPr>
          <p:spPr>
            <a:xfrm rot="-5400000">
              <a:off x="4644475" y="-209208"/>
              <a:ext cx="670500" cy="6036600"/>
            </a:xfrm>
            <a:prstGeom prst="roundRect">
              <a:avLst>
                <a:gd name="adj" fmla="val 50000"/>
              </a:avLst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4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Roboto"/>
                <a:buChar char="●"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BACKEND PROGRESS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6" name="Google Shape;536;p54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name="adj" fmla="val 50000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4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4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name="adj1" fmla="val 16226349"/>
                <a:gd name="adj2" fmla="val 20834368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4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10%</a:t>
              </a:r>
              <a:endPara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540" name="Google Shape;540;p54"/>
            <p:cNvCxnSpPr/>
            <p:nvPr/>
          </p:nvCxnSpPr>
          <p:spPr>
            <a:xfrm>
              <a:off x="5209891" y="2585784"/>
              <a:ext cx="0" cy="44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grpSp>
        <p:nvGrpSpPr>
          <p:cNvPr id="541" name="Google Shape;541;p54"/>
          <p:cNvGrpSpPr/>
          <p:nvPr/>
        </p:nvGrpSpPr>
        <p:grpSpPr>
          <a:xfrm>
            <a:off x="1288650" y="996191"/>
            <a:ext cx="6566700" cy="670500"/>
            <a:chOff x="1431325" y="2473842"/>
            <a:chExt cx="6566700" cy="670500"/>
          </a:xfrm>
        </p:grpSpPr>
        <p:sp>
          <p:nvSpPr>
            <p:cNvPr id="542" name="Google Shape;542;p54"/>
            <p:cNvSpPr/>
            <p:nvPr/>
          </p:nvSpPr>
          <p:spPr>
            <a:xfrm rot="-5400000">
              <a:off x="4644475" y="-209208"/>
              <a:ext cx="670500" cy="6036600"/>
            </a:xfrm>
            <a:prstGeom prst="roundRect">
              <a:avLst>
                <a:gd name="adj" fmla="val 50000"/>
              </a:avLst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4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Roboto"/>
                <a:buChar char="●"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FRONTEND PROGRESS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4" name="Google Shape;544;p54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name="adj" fmla="val 50000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4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4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name="adj1" fmla="val 16226349"/>
                <a:gd name="adj2" fmla="val 1806192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4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30%</a:t>
              </a:r>
              <a:endPara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548" name="Google Shape;548;p54"/>
            <p:cNvCxnSpPr/>
            <p:nvPr/>
          </p:nvCxnSpPr>
          <p:spPr>
            <a:xfrm>
              <a:off x="5209891" y="2585784"/>
              <a:ext cx="0" cy="44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grpSp>
        <p:nvGrpSpPr>
          <p:cNvPr id="549" name="Google Shape;549;p54"/>
          <p:cNvGrpSpPr/>
          <p:nvPr/>
        </p:nvGrpSpPr>
        <p:grpSpPr>
          <a:xfrm>
            <a:off x="1288650" y="3040016"/>
            <a:ext cx="6566700" cy="670500"/>
            <a:chOff x="1431325" y="2473842"/>
            <a:chExt cx="6566700" cy="670500"/>
          </a:xfrm>
        </p:grpSpPr>
        <p:sp>
          <p:nvSpPr>
            <p:cNvPr id="550" name="Google Shape;550;p54"/>
            <p:cNvSpPr/>
            <p:nvPr/>
          </p:nvSpPr>
          <p:spPr>
            <a:xfrm rot="-5400000">
              <a:off x="4644475" y="-209208"/>
              <a:ext cx="670500" cy="6036600"/>
            </a:xfrm>
            <a:prstGeom prst="roundRect">
              <a:avLst>
                <a:gd name="adj" fmla="val 50000"/>
              </a:avLst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4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Roboto"/>
                <a:buChar char="●"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AI  PROGRESS 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2" name="Google Shape;552;p54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name="adj" fmla="val 50000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4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4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name="adj1" fmla="val 16226349"/>
                <a:gd name="adj2" fmla="val 19710974"/>
              </a:avLst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54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5%</a:t>
              </a:r>
              <a:endPara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556" name="Google Shape;556;p54"/>
            <p:cNvCxnSpPr/>
            <p:nvPr/>
          </p:nvCxnSpPr>
          <p:spPr>
            <a:xfrm>
              <a:off x="5209891" y="2585784"/>
              <a:ext cx="0" cy="44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6"/>
          <p:cNvSpPr txBox="1"/>
          <p:nvPr/>
        </p:nvSpPr>
        <p:spPr>
          <a:xfrm>
            <a:off x="2635600" y="285750"/>
            <a:ext cx="556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PLANNING,INITIATION , EXECUTION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56"/>
          <p:cNvSpPr/>
          <p:nvPr/>
        </p:nvSpPr>
        <p:spPr>
          <a:xfrm>
            <a:off x="434563" y="1061225"/>
            <a:ext cx="3033000" cy="30927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56"/>
          <p:cNvSpPr/>
          <p:nvPr/>
        </p:nvSpPr>
        <p:spPr>
          <a:xfrm>
            <a:off x="3196788" y="1061225"/>
            <a:ext cx="3033000" cy="30927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" name="Google Shape;571;p56"/>
          <p:cNvSpPr/>
          <p:nvPr/>
        </p:nvSpPr>
        <p:spPr>
          <a:xfrm>
            <a:off x="5826838" y="1025400"/>
            <a:ext cx="3033000" cy="30927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56"/>
          <p:cNvSpPr txBox="1"/>
          <p:nvPr/>
        </p:nvSpPr>
        <p:spPr>
          <a:xfrm>
            <a:off x="1017650" y="1354650"/>
            <a:ext cx="1328400" cy="33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planning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3" name="Google Shape;573;p56"/>
          <p:cNvSpPr txBox="1"/>
          <p:nvPr/>
        </p:nvSpPr>
        <p:spPr>
          <a:xfrm>
            <a:off x="3814475" y="1354650"/>
            <a:ext cx="1328400" cy="33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Initiation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4" name="Google Shape;574;p56"/>
          <p:cNvSpPr txBox="1"/>
          <p:nvPr/>
        </p:nvSpPr>
        <p:spPr>
          <a:xfrm>
            <a:off x="6679150" y="1354650"/>
            <a:ext cx="1328400" cy="33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Execution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5" name="Google Shape;575;p56"/>
          <p:cNvSpPr txBox="1"/>
          <p:nvPr/>
        </p:nvSpPr>
        <p:spPr>
          <a:xfrm>
            <a:off x="721650" y="1873625"/>
            <a:ext cx="2061900" cy="110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Belbin analysis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Skill Audit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Communication tools - tello, discord etc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6" name="Google Shape;576;p56"/>
          <p:cNvSpPr txBox="1"/>
          <p:nvPr/>
        </p:nvSpPr>
        <p:spPr>
          <a:xfrm>
            <a:off x="3447725" y="1976525"/>
            <a:ext cx="2061900" cy="126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Project charter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Project title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Risk register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Team contract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7" name="Google Shape;577;p56"/>
          <p:cNvSpPr txBox="1"/>
          <p:nvPr/>
        </p:nvSpPr>
        <p:spPr>
          <a:xfrm>
            <a:off x="6312400" y="1940700"/>
            <a:ext cx="2061900" cy="126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ERD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LOGO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Wireframe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Use case diagram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5"/>
          <p:cNvSpPr txBox="1"/>
          <p:nvPr/>
        </p:nvSpPr>
        <p:spPr>
          <a:xfrm>
            <a:off x="3978975" y="285750"/>
            <a:ext cx="5836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Logo </a:t>
            </a:r>
            <a:endParaRPr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2" name="Google Shape;562;p5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50" y="776375"/>
            <a:ext cx="3256428" cy="3256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5" title="Full logo.png"/>
          <p:cNvPicPr preferRelativeResize="0"/>
          <p:nvPr/>
        </p:nvPicPr>
        <p:blipFill rotWithShape="1">
          <a:blip r:embed="rId4">
            <a:alphaModFix/>
          </a:blip>
          <a:srcRect t="-7590" b="7590"/>
          <a:stretch/>
        </p:blipFill>
        <p:spPr>
          <a:xfrm>
            <a:off x="4717675" y="295911"/>
            <a:ext cx="3444675" cy="374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7"/>
          <p:cNvSpPr txBox="1"/>
          <p:nvPr/>
        </p:nvSpPr>
        <p:spPr>
          <a:xfrm>
            <a:off x="3097275" y="94125"/>
            <a:ext cx="6454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USE CASE DIAGRAM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3" name="Google Shape;583;p57" title="Usecas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238" y="621075"/>
            <a:ext cx="5683525" cy="423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8"/>
          <p:cNvSpPr txBox="1"/>
          <p:nvPr/>
        </p:nvSpPr>
        <p:spPr>
          <a:xfrm>
            <a:off x="3576900" y="82925"/>
            <a:ext cx="599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ERD Diagram </a:t>
            </a:r>
            <a:endParaRPr sz="2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9" name="Google Shape;589;p58" title="Invo6 ERD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600" y="606125"/>
            <a:ext cx="6240686" cy="42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9"/>
          <p:cNvSpPr txBox="1"/>
          <p:nvPr/>
        </p:nvSpPr>
        <p:spPr>
          <a:xfrm>
            <a:off x="3489500" y="39450"/>
            <a:ext cx="5419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WEBSITE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95" name="Google Shape;595;p59" title="Screenshot 2026-04-10 2001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4450"/>
            <a:ext cx="8839200" cy="4080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0"/>
          <p:cNvSpPr txBox="1"/>
          <p:nvPr/>
        </p:nvSpPr>
        <p:spPr>
          <a:xfrm>
            <a:off x="3576900" y="129100"/>
            <a:ext cx="556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WHAT’S NEXT</a:t>
            </a:r>
            <a:endParaRPr sz="2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" name="Google Shape;601;p60"/>
          <p:cNvSpPr txBox="1"/>
          <p:nvPr/>
        </p:nvSpPr>
        <p:spPr>
          <a:xfrm>
            <a:off x="988350" y="765900"/>
            <a:ext cx="6454500" cy="43776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Setup backend server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Connect backend with MySQL database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API endpoints (products, users)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Implement full CRUD operations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Store and retrieve product &amp; user data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validation and consistency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1"/>
          <p:cNvSpPr txBox="1">
            <a:spLocks noGrp="1"/>
          </p:cNvSpPr>
          <p:nvPr>
            <p:ph type="title" idx="4"/>
          </p:nvPr>
        </p:nvSpPr>
        <p:spPr>
          <a:xfrm>
            <a:off x="2637275" y="1575900"/>
            <a:ext cx="3748500" cy="10911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 Thank you!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454</Words>
  <Application>Microsoft Office PowerPoint</Application>
  <PresentationFormat>On-screen Show (16:9)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Quantico</vt:lpstr>
      <vt:lpstr>Arial</vt:lpstr>
      <vt:lpstr>Roboto</vt:lpstr>
      <vt:lpstr>Roboto Light</vt:lpstr>
      <vt:lpstr>Lato</vt:lpstr>
      <vt:lpstr>Slides Pitch 2024</vt:lpstr>
      <vt:lpstr>PowerPoint Presentation</vt:lpstr>
      <vt:lpstr>PowerPoint Presentation</vt:lpstr>
      <vt:lpstr>Our mission </vt:lpstr>
      <vt:lpstr>The problem</vt:lpstr>
      <vt:lpstr>Our solution</vt:lpstr>
      <vt:lpstr>What is used  </vt:lpstr>
      <vt:lpstr>Sprint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2</cp:revision>
  <dcterms:modified xsi:type="dcterms:W3CDTF">2026-04-16T16:19:44Z</dcterms:modified>
</cp:coreProperties>
</file>